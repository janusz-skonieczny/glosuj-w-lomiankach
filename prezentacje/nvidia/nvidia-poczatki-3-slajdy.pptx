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Źródła do weryfikacji: nvidia.com (historia firmy), Wikipedia 'Nvidia'. NVIDIA założono 5 kwietnia 1993 r. Założyciele: Jensen Huang, Chris Malachowsky, Curtis Priem. Spotkania przy Denny's w East San Jose. Kapitał startowy ok. 40 tys. USD. Wkrótce firma dostała 20 mln USD od funduszy Sequoia Capital i Sutter Hill Ventures.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Źródła do weryfikacji: Wikipedia 'NV1', wywiady z Jensenem Huangiem (np. Acquired podcast, 2023). NV1 (1995) używał tzw. quadratic texture mapping zamiast trójkątów. Sega zamówiła chip NV2 do następnej konsoli; Huang przyznał, że projekt nie ma sensu, a Sega i tak wypłaciła pieniądze (ok. 5 mln USD), co uratowało firmę. Zatrudnienie spadło z ok. 100 do ok. 40 osób.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Źródła do weryfikacji: nvidia.com (historia firmy), Wikipedia 'RIVA 128', 'GeForce 256'. RIVA 128 (1997) sprzedała się w ok. 1 mln egzemplarzy w ciągu 4 miesięcy. IPO: 22 stycznia 1999 r., 12 USD za akcję. GeForce 256 (1999) – NVIDIA wypromowała go jako 'pierwszy GPU na świecie'; to określenie marketingowe NVIDII. Tu przekazujemy dalej: kolejne slajdy (lata 2000+) przygotowuje inna osoba.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</a:rPr>
              <a:t>HISTORIA NVIDII · 1993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Trzech inżynierów i stolik w Denny's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 kwietnia 1993 r. trzech inżynierów zakłada w Kalifornii firmę NVIDIA.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Plan powstał przy stoliku w restauracji Denny's w San Jose.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Cel: szybka grafika 3D dla gier i multimediów na komputerach PC.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Nazwa nawiązuje do łacińskiego słowa „invidia” – zazdrość.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86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</a:rPr>
              <a:t>40 000 $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</a:rPr>
              <a:t>kapitału na start – tyle włożyli założyciele</a:t>
            </a:r>
            <a:endParaRPr lang="en-US" sz="1200" dirty="0"/>
          </a:p>
        </p:txBody>
      </p:sp>
      <p:sp>
        <p:nvSpPr>
          <p:cNvPr id="7" name="Karta założyciela 1"/>
          <p:cNvSpPr/>
          <p:nvPr/>
        </p:nvSpPr>
        <p:spPr>
          <a:xfrm>
            <a:off x="4846320" y="146304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rgbClr val="2A3A10"/>
          </a:solidFill>
          <a:ln w="12700">
            <a:solidFill>
              <a:srgbClr val="2A3A1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7830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1572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Jensen Huang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8928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Wcześniej LSI Logic i AMD. Prezes firmy od pierwszego dnia.</a:t>
            </a:r>
            <a:endParaRPr lang="en-US" sz="1100" dirty="0"/>
          </a:p>
        </p:txBody>
      </p:sp>
      <p:sp>
        <p:nvSpPr>
          <p:cNvPr id="12" name="Karta założyciela 2"/>
          <p:cNvSpPr/>
          <p:nvPr/>
        </p:nvSpPr>
        <p:spPr>
          <a:xfrm>
            <a:off x="484632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0" y="2743200"/>
            <a:ext cx="548640" cy="548640"/>
          </a:xfrm>
          <a:prstGeom prst="ellipse">
            <a:avLst/>
          </a:prstGeom>
          <a:solidFill>
            <a:srgbClr val="2A3A10"/>
          </a:solidFill>
          <a:ln w="12700">
            <a:solidFill>
              <a:srgbClr val="2A3A1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8803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760720" y="26700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Chris Malachowsky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29900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Inżynier z Sun Microsystems, specjalista od sprzętu.</a:t>
            </a:r>
            <a:endParaRPr lang="en-US" sz="1100" dirty="0"/>
          </a:p>
        </p:txBody>
      </p:sp>
      <p:sp>
        <p:nvSpPr>
          <p:cNvPr id="17" name="Karta założyciela 3"/>
          <p:cNvSpPr/>
          <p:nvPr/>
        </p:nvSpPr>
        <p:spPr>
          <a:xfrm>
            <a:off x="4846320" y="365760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29200" y="3840480"/>
            <a:ext cx="548640" cy="548640"/>
          </a:xfrm>
          <a:prstGeom prst="ellipse">
            <a:avLst/>
          </a:prstGeom>
          <a:solidFill>
            <a:srgbClr val="2A3A10"/>
          </a:solidFill>
          <a:ln w="12700">
            <a:solidFill>
              <a:srgbClr val="2A3A1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9776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760720" y="37673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Curtis Priem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760720" y="40873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Projektant układów graficznych z Sun Microsystems.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</a:rPr>
              <a:t>HISTORIA NVIDII · 1995–1996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Pierwszy chip i krok od bankructwa</a:t>
            </a:r>
            <a:endParaRPr lang="en-US" sz="3200" dirty="0"/>
          </a:p>
        </p:txBody>
      </p:sp>
      <p:sp>
        <p:nvSpPr>
          <p:cNvPr id="4" name="Etap 1"/>
          <p:cNvSpPr/>
          <p:nvPr/>
        </p:nvSpPr>
        <p:spPr>
          <a:xfrm>
            <a:off x="457200" y="15087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594360" cy="594360"/>
          </a:xfrm>
          <a:prstGeom prst="ellipse">
            <a:avLst/>
          </a:prstGeom>
          <a:solidFill>
            <a:srgbClr val="2A3A10"/>
          </a:solidFill>
          <a:ln w="12700">
            <a:solidFill>
              <a:srgbClr val="2A3A1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836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1995 · NV1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07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Pierwsza karta NVIDII: grafika, dźwięk i port na pady od konsoli Sega Saturn.</a:t>
            </a:r>
            <a:endParaRPr lang="en-US" sz="1100" dirty="0"/>
          </a:p>
        </p:txBody>
      </p:sp>
      <p:sp>
        <p:nvSpPr>
          <p:cNvPr id="9" name="Etap 2"/>
          <p:cNvSpPr/>
          <p:nvPr/>
        </p:nvSpPr>
        <p:spPr>
          <a:xfrm>
            <a:off x="3246120" y="15087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737360"/>
            <a:ext cx="594360" cy="594360"/>
          </a:xfrm>
          <a:prstGeom prst="ellipse">
            <a:avLst/>
          </a:prstGeom>
          <a:solidFill>
            <a:srgbClr val="2A3A10"/>
          </a:solidFill>
          <a:ln w="12700">
            <a:solidFill>
              <a:srgbClr val="2A3A1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8836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Zły wybór technologii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807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NV1 rysował obraz krzywymi, a Microsoft DirectX postawił na trójkąty. Gry nie chciały działać.</a:t>
            </a:r>
            <a:endParaRPr lang="en-US" sz="1100" dirty="0"/>
          </a:p>
        </p:txBody>
      </p:sp>
      <p:sp>
        <p:nvSpPr>
          <p:cNvPr id="14" name="Etap 3"/>
          <p:cNvSpPr/>
          <p:nvPr/>
        </p:nvSpPr>
        <p:spPr>
          <a:xfrm>
            <a:off x="6035040" y="15087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737360"/>
            <a:ext cx="594360" cy="594360"/>
          </a:xfrm>
          <a:prstGeom prst="ellipse">
            <a:avLst/>
          </a:prstGeom>
          <a:solidFill>
            <a:srgbClr val="2A3A10"/>
          </a:solidFill>
          <a:ln w="12700">
            <a:solidFill>
              <a:srgbClr val="2A3A1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8836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Ratunek od Segi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807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Huang przyznał Sedze, że kolejny chip (NV2) to ślepa uliczka. Sega i tak zapłaciła – firma przetrwała.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76B900"/>
                </a:solidFill>
              </a:rPr>
              <a:t>„Do bankructwa zostało nam 30 dni”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</a:rPr>
              <a:t>Hasło Jensena Huanga z tamtych lat. Firma zwolniła wtedy ponad połowę pracowników.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</a:rPr>
              <a:t>HISTORIA NVIDII · 1997–1999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Przełom: od RIVA 128 do pierwszego GPU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37360" y="1874520"/>
            <a:ext cx="566928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746504"/>
            <a:ext cx="256032" cy="256032"/>
          </a:xfrm>
          <a:prstGeom prst="ellipse">
            <a:avLst/>
          </a:prstGeom>
          <a:solidFill>
            <a:srgbClr val="76B900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</a:rPr>
              <a:t>1997</a:t>
            </a:r>
            <a:endParaRPr lang="en-US" sz="1300" dirty="0"/>
          </a:p>
        </p:txBody>
      </p:sp>
      <p:sp>
        <p:nvSpPr>
          <p:cNvPr id="7" name="Kamień milowy 1"/>
          <p:cNvSpPr/>
          <p:nvPr/>
        </p:nvSpPr>
        <p:spPr>
          <a:xfrm>
            <a:off x="457200" y="2194560"/>
            <a:ext cx="2560320" cy="1965960"/>
          </a:xfrm>
          <a:prstGeom prst="roundRect">
            <a:avLst>
              <a:gd name="adj" fmla="val 558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RIVA 128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</a:rPr>
              <a:t>1 mln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sprzedanych kart w 4 miesiące. NVIDIA wreszcie zarabia.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3984" y="1746504"/>
            <a:ext cx="256032" cy="256032"/>
          </a:xfrm>
          <a:prstGeom prst="ellipse">
            <a:avLst/>
          </a:prstGeom>
          <a:solidFill>
            <a:srgbClr val="76B900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</a:rPr>
              <a:t>1999</a:t>
            </a:r>
            <a:endParaRPr lang="en-US" sz="1300" dirty="0"/>
          </a:p>
        </p:txBody>
      </p:sp>
      <p:sp>
        <p:nvSpPr>
          <p:cNvPr id="13" name="Kamień milowy 2"/>
          <p:cNvSpPr/>
          <p:nvPr/>
        </p:nvSpPr>
        <p:spPr>
          <a:xfrm>
            <a:off x="3291840" y="2194560"/>
            <a:ext cx="2560320" cy="1965960"/>
          </a:xfrm>
          <a:prstGeom prst="roundRect">
            <a:avLst>
              <a:gd name="adj" fmla="val 558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Wejście na giełdę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</a:rPr>
              <a:t>12 $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cena akcji w debiucie na Nasdaq (22 stycznia, symbol NVDA).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78624" y="1746504"/>
            <a:ext cx="256032" cy="256032"/>
          </a:xfrm>
          <a:prstGeom prst="ellipse">
            <a:avLst/>
          </a:prstGeom>
          <a:solidFill>
            <a:srgbClr val="76B900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</a:rPr>
              <a:t>1999</a:t>
            </a:r>
            <a:endParaRPr lang="en-US" sz="1300" dirty="0"/>
          </a:p>
        </p:txBody>
      </p:sp>
      <p:sp>
        <p:nvSpPr>
          <p:cNvPr id="19" name="Kamień milowy 3"/>
          <p:cNvSpPr/>
          <p:nvPr/>
        </p:nvSpPr>
        <p:spPr>
          <a:xfrm>
            <a:off x="6126480" y="2194560"/>
            <a:ext cx="2560320" cy="1965960"/>
          </a:xfrm>
          <a:prstGeom prst="roundRect">
            <a:avLst>
              <a:gd name="adj" fmla="val 558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GeForce 256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</a:rPr>
              <a:t>GPU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</a:rPr>
              <a:t>NVIDIA ogłasza „pierwszy na świecie procesor graficzny”.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Pod koniec lat 90. NVIDIA z firmy na skraju upadku staje się liderem grafiki dla graczy.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NVIDII – początki (1993–1999)</dc:title>
  <dc:subject>PptxGenJS Presentation</dc:subject>
  <dc:creator>PptxGenJS</dc:creator>
  <cp:lastModifiedBy>PptxGenJS</cp:lastModifiedBy>
  <cp:revision>1</cp:revision>
  <dcterms:created xsi:type="dcterms:W3CDTF">2026-10-22T16:07:04Z</dcterms:created>
  <dcterms:modified xsi:type="dcterms:W3CDTF">2026-10-22T16:07:04Z</dcterms:modified>
</cp:coreProperties>
</file>